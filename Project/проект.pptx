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19E4C8-B514-4959-8A25-9C5EBE52DBA3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9F9460A-F81C-424B-B44F-1CAD4801E9DE}">
      <dgm:prSet/>
      <dgm:spPr/>
      <dgm:t>
        <a:bodyPr/>
        <a:lstStyle/>
        <a:p>
          <a:r>
            <a:rPr lang="ru-RU" b="0" i="0"/>
            <a:t>Создается объект IPScanner с параметрами</a:t>
          </a:r>
          <a:endParaRPr lang="ru-RU"/>
        </a:p>
      </dgm:t>
    </dgm:pt>
    <dgm:pt modelId="{6FBFD4CA-DD12-4EEF-97D7-76BBEB0AD177}" type="parTrans" cxnId="{7C2B6E6B-87F2-41D3-84A4-1BDE066364BE}">
      <dgm:prSet/>
      <dgm:spPr/>
      <dgm:t>
        <a:bodyPr/>
        <a:lstStyle/>
        <a:p>
          <a:endParaRPr lang="ru-RU"/>
        </a:p>
      </dgm:t>
    </dgm:pt>
    <dgm:pt modelId="{514F7195-2D01-4BB0-B179-88ED74D813DD}" type="sibTrans" cxnId="{7C2B6E6B-87F2-41D3-84A4-1BDE066364BE}">
      <dgm:prSet/>
      <dgm:spPr/>
      <dgm:t>
        <a:bodyPr/>
        <a:lstStyle/>
        <a:p>
          <a:endParaRPr lang="ru-RU"/>
        </a:p>
      </dgm:t>
    </dgm:pt>
    <dgm:pt modelId="{F5169BAB-476E-43A4-AED2-D3BAB60B3680}">
      <dgm:prSet/>
      <dgm:spPr/>
      <dgm:t>
        <a:bodyPr/>
        <a:lstStyle/>
        <a:p>
          <a:r>
            <a:rPr lang="ru-RU" b="0" i="0"/>
            <a:t>Проверяется корректность сетевого адреса через validate_network()</a:t>
          </a:r>
          <a:endParaRPr lang="ru-RU"/>
        </a:p>
      </dgm:t>
    </dgm:pt>
    <dgm:pt modelId="{8A99360C-24C4-4858-82A8-5DC22B10C3CD}" type="parTrans" cxnId="{C1AADC27-E5F2-4F6B-AC9B-8BF343A8D095}">
      <dgm:prSet/>
      <dgm:spPr/>
      <dgm:t>
        <a:bodyPr/>
        <a:lstStyle/>
        <a:p>
          <a:endParaRPr lang="ru-RU"/>
        </a:p>
      </dgm:t>
    </dgm:pt>
    <dgm:pt modelId="{70752872-8FD7-49FE-B37D-9742A5386A52}" type="sibTrans" cxnId="{C1AADC27-E5F2-4F6B-AC9B-8BF343A8D095}">
      <dgm:prSet/>
      <dgm:spPr/>
      <dgm:t>
        <a:bodyPr/>
        <a:lstStyle/>
        <a:p>
          <a:endParaRPr lang="ru-RU"/>
        </a:p>
      </dgm:t>
    </dgm:pt>
    <dgm:pt modelId="{C6B797A0-B787-450A-A28F-A8069CCA71E8}">
      <dgm:prSet/>
      <dgm:spPr/>
      <dgm:t>
        <a:bodyPr/>
        <a:lstStyle/>
        <a:p>
          <a:r>
            <a:rPr lang="ru-RU" b="0" i="0"/>
            <a:t>Создаются структуры данных для хранения результатов</a:t>
          </a:r>
          <a:endParaRPr lang="ru-RU"/>
        </a:p>
      </dgm:t>
    </dgm:pt>
    <dgm:pt modelId="{57301B10-10FF-4B0B-98CA-5E7104B544F0}" type="parTrans" cxnId="{16CC5755-8089-4CCA-9D02-F0D0A3F20F07}">
      <dgm:prSet/>
      <dgm:spPr/>
      <dgm:t>
        <a:bodyPr/>
        <a:lstStyle/>
        <a:p>
          <a:endParaRPr lang="ru-RU"/>
        </a:p>
      </dgm:t>
    </dgm:pt>
    <dgm:pt modelId="{CC0E8F67-38E1-4949-B3E0-EA480B7DD8E8}" type="sibTrans" cxnId="{16CC5755-8089-4CCA-9D02-F0D0A3F20F07}">
      <dgm:prSet/>
      <dgm:spPr/>
      <dgm:t>
        <a:bodyPr/>
        <a:lstStyle/>
        <a:p>
          <a:endParaRPr lang="ru-RU"/>
        </a:p>
      </dgm:t>
    </dgm:pt>
    <dgm:pt modelId="{E6EB68BE-D8E5-4E9A-A479-CF84EB0F12BF}" type="pres">
      <dgm:prSet presAssocID="{CE19E4C8-B514-4959-8A25-9C5EBE52DBA3}" presName="Name0" presStyleCnt="0">
        <dgm:presLayoutVars>
          <dgm:chMax/>
          <dgm:chPref/>
          <dgm:dir/>
        </dgm:presLayoutVars>
      </dgm:prSet>
      <dgm:spPr/>
    </dgm:pt>
    <dgm:pt modelId="{42EB4505-6267-4869-8AAA-932F32AB7D09}" type="pres">
      <dgm:prSet presAssocID="{C9F9460A-F81C-424B-B44F-1CAD4801E9DE}" presName="parenttextcomposite" presStyleCnt="0"/>
      <dgm:spPr/>
    </dgm:pt>
    <dgm:pt modelId="{A192548C-3000-46A8-9A31-D8854A8D0F32}" type="pres">
      <dgm:prSet presAssocID="{C9F9460A-F81C-424B-B44F-1CAD4801E9DE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053F0BD5-8F69-45FC-97C7-153A780E1C56}" type="pres">
      <dgm:prSet presAssocID="{C9F9460A-F81C-424B-B44F-1CAD4801E9DE}" presName="parallelogramComposite" presStyleCnt="0"/>
      <dgm:spPr/>
    </dgm:pt>
    <dgm:pt modelId="{9610339D-0C0E-4366-A07C-E5B7B318F402}" type="pres">
      <dgm:prSet presAssocID="{C9F9460A-F81C-424B-B44F-1CAD4801E9DE}" presName="parallelogram1" presStyleLbl="alignNode1" presStyleIdx="0" presStyleCnt="21"/>
      <dgm:spPr/>
    </dgm:pt>
    <dgm:pt modelId="{36054093-7FD0-40B7-9B8E-1A2CC01AFC8E}" type="pres">
      <dgm:prSet presAssocID="{C9F9460A-F81C-424B-B44F-1CAD4801E9DE}" presName="parallelogram2" presStyleLbl="alignNode1" presStyleIdx="1" presStyleCnt="21"/>
      <dgm:spPr/>
    </dgm:pt>
    <dgm:pt modelId="{82DED644-C9E5-45E4-8FE4-D85C03290EDE}" type="pres">
      <dgm:prSet presAssocID="{C9F9460A-F81C-424B-B44F-1CAD4801E9DE}" presName="parallelogram3" presStyleLbl="alignNode1" presStyleIdx="2" presStyleCnt="21"/>
      <dgm:spPr/>
    </dgm:pt>
    <dgm:pt modelId="{EF4D9D89-40CC-4D17-B758-3B6838D27D16}" type="pres">
      <dgm:prSet presAssocID="{C9F9460A-F81C-424B-B44F-1CAD4801E9DE}" presName="parallelogram4" presStyleLbl="alignNode1" presStyleIdx="3" presStyleCnt="21"/>
      <dgm:spPr/>
    </dgm:pt>
    <dgm:pt modelId="{5F2BC14E-0B78-4B74-AA82-CB33E21B6908}" type="pres">
      <dgm:prSet presAssocID="{C9F9460A-F81C-424B-B44F-1CAD4801E9DE}" presName="parallelogram5" presStyleLbl="alignNode1" presStyleIdx="4" presStyleCnt="21"/>
      <dgm:spPr/>
    </dgm:pt>
    <dgm:pt modelId="{2A558D08-2EAE-459B-9E2F-C4DAE390394E}" type="pres">
      <dgm:prSet presAssocID="{C9F9460A-F81C-424B-B44F-1CAD4801E9DE}" presName="parallelogram6" presStyleLbl="alignNode1" presStyleIdx="5" presStyleCnt="21"/>
      <dgm:spPr/>
    </dgm:pt>
    <dgm:pt modelId="{8E01A584-DE35-4A09-BE92-95667672260B}" type="pres">
      <dgm:prSet presAssocID="{C9F9460A-F81C-424B-B44F-1CAD4801E9DE}" presName="parallelogram7" presStyleLbl="alignNode1" presStyleIdx="6" presStyleCnt="21"/>
      <dgm:spPr/>
    </dgm:pt>
    <dgm:pt modelId="{B06061A3-B86A-40A0-BBB9-A6B02670C211}" type="pres">
      <dgm:prSet presAssocID="{514F7195-2D01-4BB0-B179-88ED74D813DD}" presName="sibTrans" presStyleCnt="0"/>
      <dgm:spPr/>
    </dgm:pt>
    <dgm:pt modelId="{B757B394-F4D9-4A92-9C02-CC46CEA81FD4}" type="pres">
      <dgm:prSet presAssocID="{F5169BAB-476E-43A4-AED2-D3BAB60B3680}" presName="parenttextcomposite" presStyleCnt="0"/>
      <dgm:spPr/>
    </dgm:pt>
    <dgm:pt modelId="{0E019504-5C01-4568-96D0-20AEBDC35327}" type="pres">
      <dgm:prSet presAssocID="{F5169BAB-476E-43A4-AED2-D3BAB60B3680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4470A51B-C4F4-4AF1-AA7B-82FD83BA3748}" type="pres">
      <dgm:prSet presAssocID="{F5169BAB-476E-43A4-AED2-D3BAB60B3680}" presName="parallelogramComposite" presStyleCnt="0"/>
      <dgm:spPr/>
    </dgm:pt>
    <dgm:pt modelId="{76A735CD-A420-4425-AC7B-0903CAC696BB}" type="pres">
      <dgm:prSet presAssocID="{F5169BAB-476E-43A4-AED2-D3BAB60B3680}" presName="parallelogram1" presStyleLbl="alignNode1" presStyleIdx="7" presStyleCnt="21"/>
      <dgm:spPr/>
    </dgm:pt>
    <dgm:pt modelId="{E0F0E176-1BA0-445E-BFCA-6748992F5A30}" type="pres">
      <dgm:prSet presAssocID="{F5169BAB-476E-43A4-AED2-D3BAB60B3680}" presName="parallelogram2" presStyleLbl="alignNode1" presStyleIdx="8" presStyleCnt="21"/>
      <dgm:spPr/>
    </dgm:pt>
    <dgm:pt modelId="{4F51D0F1-F0A3-41BF-BF79-8A7D69488554}" type="pres">
      <dgm:prSet presAssocID="{F5169BAB-476E-43A4-AED2-D3BAB60B3680}" presName="parallelogram3" presStyleLbl="alignNode1" presStyleIdx="9" presStyleCnt="21"/>
      <dgm:spPr/>
    </dgm:pt>
    <dgm:pt modelId="{978B010B-35F9-42D3-BD02-B181E0710F53}" type="pres">
      <dgm:prSet presAssocID="{F5169BAB-476E-43A4-AED2-D3BAB60B3680}" presName="parallelogram4" presStyleLbl="alignNode1" presStyleIdx="10" presStyleCnt="21"/>
      <dgm:spPr/>
    </dgm:pt>
    <dgm:pt modelId="{F7E11C13-BA10-4206-A3F8-C3660944C4CD}" type="pres">
      <dgm:prSet presAssocID="{F5169BAB-476E-43A4-AED2-D3BAB60B3680}" presName="parallelogram5" presStyleLbl="alignNode1" presStyleIdx="11" presStyleCnt="21"/>
      <dgm:spPr/>
    </dgm:pt>
    <dgm:pt modelId="{856F9F27-92C5-43DB-85FD-952BADE19BC0}" type="pres">
      <dgm:prSet presAssocID="{F5169BAB-476E-43A4-AED2-D3BAB60B3680}" presName="parallelogram6" presStyleLbl="alignNode1" presStyleIdx="12" presStyleCnt="21"/>
      <dgm:spPr/>
    </dgm:pt>
    <dgm:pt modelId="{1D7EA00C-F769-4442-B64D-C3C8C856E2AD}" type="pres">
      <dgm:prSet presAssocID="{F5169BAB-476E-43A4-AED2-D3BAB60B3680}" presName="parallelogram7" presStyleLbl="alignNode1" presStyleIdx="13" presStyleCnt="21"/>
      <dgm:spPr/>
    </dgm:pt>
    <dgm:pt modelId="{E4BE09E9-EBE9-42E3-88FA-DE189690FB09}" type="pres">
      <dgm:prSet presAssocID="{70752872-8FD7-49FE-B37D-9742A5386A52}" presName="sibTrans" presStyleCnt="0"/>
      <dgm:spPr/>
    </dgm:pt>
    <dgm:pt modelId="{C7E05BB6-023E-4015-93E5-E323C9DB9FCE}" type="pres">
      <dgm:prSet presAssocID="{C6B797A0-B787-450A-A28F-A8069CCA71E8}" presName="parenttextcomposite" presStyleCnt="0"/>
      <dgm:spPr/>
    </dgm:pt>
    <dgm:pt modelId="{D37150ED-DBAE-4C71-A162-B86C36A76069}" type="pres">
      <dgm:prSet presAssocID="{C6B797A0-B787-450A-A28F-A8069CCA71E8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52B241A0-519A-47AF-B0DF-2AD56A3495FA}" type="pres">
      <dgm:prSet presAssocID="{C6B797A0-B787-450A-A28F-A8069CCA71E8}" presName="parallelogramComposite" presStyleCnt="0"/>
      <dgm:spPr/>
    </dgm:pt>
    <dgm:pt modelId="{AB8ABEB8-4665-4E90-8C0C-6E73E4C18A66}" type="pres">
      <dgm:prSet presAssocID="{C6B797A0-B787-450A-A28F-A8069CCA71E8}" presName="parallelogram1" presStyleLbl="alignNode1" presStyleIdx="14" presStyleCnt="21"/>
      <dgm:spPr/>
    </dgm:pt>
    <dgm:pt modelId="{5F1EE367-05DB-4DE3-AA2A-FF30C777A2C1}" type="pres">
      <dgm:prSet presAssocID="{C6B797A0-B787-450A-A28F-A8069CCA71E8}" presName="parallelogram2" presStyleLbl="alignNode1" presStyleIdx="15" presStyleCnt="21"/>
      <dgm:spPr/>
    </dgm:pt>
    <dgm:pt modelId="{12A60662-0034-43E5-8DF7-EB29EDD5AF37}" type="pres">
      <dgm:prSet presAssocID="{C6B797A0-B787-450A-A28F-A8069CCA71E8}" presName="parallelogram3" presStyleLbl="alignNode1" presStyleIdx="16" presStyleCnt="21"/>
      <dgm:spPr/>
    </dgm:pt>
    <dgm:pt modelId="{286BAFDD-DBEE-47A5-96D4-088AF31E725C}" type="pres">
      <dgm:prSet presAssocID="{C6B797A0-B787-450A-A28F-A8069CCA71E8}" presName="parallelogram4" presStyleLbl="alignNode1" presStyleIdx="17" presStyleCnt="21"/>
      <dgm:spPr/>
    </dgm:pt>
    <dgm:pt modelId="{3C8CA315-890B-434B-84C0-0939C939A609}" type="pres">
      <dgm:prSet presAssocID="{C6B797A0-B787-450A-A28F-A8069CCA71E8}" presName="parallelogram5" presStyleLbl="alignNode1" presStyleIdx="18" presStyleCnt="21"/>
      <dgm:spPr/>
    </dgm:pt>
    <dgm:pt modelId="{2231A3EF-D334-4F45-97D5-C3CC103C2504}" type="pres">
      <dgm:prSet presAssocID="{C6B797A0-B787-450A-A28F-A8069CCA71E8}" presName="parallelogram6" presStyleLbl="alignNode1" presStyleIdx="19" presStyleCnt="21"/>
      <dgm:spPr/>
    </dgm:pt>
    <dgm:pt modelId="{24C5600A-2BB6-4DB1-BC46-2D8E2842DCAC}" type="pres">
      <dgm:prSet presAssocID="{C6B797A0-B787-450A-A28F-A8069CCA71E8}" presName="parallelogram7" presStyleLbl="alignNode1" presStyleIdx="20" presStyleCnt="21"/>
      <dgm:spPr/>
    </dgm:pt>
  </dgm:ptLst>
  <dgm:cxnLst>
    <dgm:cxn modelId="{F9CBC123-0BE2-4DA1-AC9D-D3571A44656E}" type="presOf" srcId="{C6B797A0-B787-450A-A28F-A8069CCA71E8}" destId="{D37150ED-DBAE-4C71-A162-B86C36A76069}" srcOrd="0" destOrd="0" presId="urn:microsoft.com/office/officeart/2008/layout/VerticalAccentList"/>
    <dgm:cxn modelId="{C1AADC27-E5F2-4F6B-AC9B-8BF343A8D095}" srcId="{CE19E4C8-B514-4959-8A25-9C5EBE52DBA3}" destId="{F5169BAB-476E-43A4-AED2-D3BAB60B3680}" srcOrd="1" destOrd="0" parTransId="{8A99360C-24C4-4858-82A8-5DC22B10C3CD}" sibTransId="{70752872-8FD7-49FE-B37D-9742A5386A52}"/>
    <dgm:cxn modelId="{7C2B6E6B-87F2-41D3-84A4-1BDE066364BE}" srcId="{CE19E4C8-B514-4959-8A25-9C5EBE52DBA3}" destId="{C9F9460A-F81C-424B-B44F-1CAD4801E9DE}" srcOrd="0" destOrd="0" parTransId="{6FBFD4CA-DD12-4EEF-97D7-76BBEB0AD177}" sibTransId="{514F7195-2D01-4BB0-B179-88ED74D813DD}"/>
    <dgm:cxn modelId="{60B71370-CF05-4A7E-9A88-13C763CA2AF1}" type="presOf" srcId="{CE19E4C8-B514-4959-8A25-9C5EBE52DBA3}" destId="{E6EB68BE-D8E5-4E9A-A479-CF84EB0F12BF}" srcOrd="0" destOrd="0" presId="urn:microsoft.com/office/officeart/2008/layout/VerticalAccentList"/>
    <dgm:cxn modelId="{B2CBDC70-56EC-4EC8-A2F2-72ED11871427}" type="presOf" srcId="{C9F9460A-F81C-424B-B44F-1CAD4801E9DE}" destId="{A192548C-3000-46A8-9A31-D8854A8D0F32}" srcOrd="0" destOrd="0" presId="urn:microsoft.com/office/officeart/2008/layout/VerticalAccentList"/>
    <dgm:cxn modelId="{16CC5755-8089-4CCA-9D02-F0D0A3F20F07}" srcId="{CE19E4C8-B514-4959-8A25-9C5EBE52DBA3}" destId="{C6B797A0-B787-450A-A28F-A8069CCA71E8}" srcOrd="2" destOrd="0" parTransId="{57301B10-10FF-4B0B-98CA-5E7104B544F0}" sibTransId="{CC0E8F67-38E1-4949-B3E0-EA480B7DD8E8}"/>
    <dgm:cxn modelId="{2EC58888-6D17-4422-BDA0-8F9E48B15D30}" type="presOf" srcId="{F5169BAB-476E-43A4-AED2-D3BAB60B3680}" destId="{0E019504-5C01-4568-96D0-20AEBDC35327}" srcOrd="0" destOrd="0" presId="urn:microsoft.com/office/officeart/2008/layout/VerticalAccentList"/>
    <dgm:cxn modelId="{2C0231B3-6D7A-4A0D-B9B6-B3FB4C462D46}" type="presParOf" srcId="{E6EB68BE-D8E5-4E9A-A479-CF84EB0F12BF}" destId="{42EB4505-6267-4869-8AAA-932F32AB7D09}" srcOrd="0" destOrd="0" presId="urn:microsoft.com/office/officeart/2008/layout/VerticalAccentList"/>
    <dgm:cxn modelId="{A04B8BA3-1303-4511-A292-961AE02B2556}" type="presParOf" srcId="{42EB4505-6267-4869-8AAA-932F32AB7D09}" destId="{A192548C-3000-46A8-9A31-D8854A8D0F32}" srcOrd="0" destOrd="0" presId="urn:microsoft.com/office/officeart/2008/layout/VerticalAccentList"/>
    <dgm:cxn modelId="{3BA74BA3-A24A-4368-A423-C02A8CB9D69C}" type="presParOf" srcId="{E6EB68BE-D8E5-4E9A-A479-CF84EB0F12BF}" destId="{053F0BD5-8F69-45FC-97C7-153A780E1C56}" srcOrd="1" destOrd="0" presId="urn:microsoft.com/office/officeart/2008/layout/VerticalAccentList"/>
    <dgm:cxn modelId="{B51DD629-801C-4DC5-9EBE-5C25FE946B50}" type="presParOf" srcId="{053F0BD5-8F69-45FC-97C7-153A780E1C56}" destId="{9610339D-0C0E-4366-A07C-E5B7B318F402}" srcOrd="0" destOrd="0" presId="urn:microsoft.com/office/officeart/2008/layout/VerticalAccentList"/>
    <dgm:cxn modelId="{F1896AA2-F7AD-41DC-8D9B-074749CDFE4C}" type="presParOf" srcId="{053F0BD5-8F69-45FC-97C7-153A780E1C56}" destId="{36054093-7FD0-40B7-9B8E-1A2CC01AFC8E}" srcOrd="1" destOrd="0" presId="urn:microsoft.com/office/officeart/2008/layout/VerticalAccentList"/>
    <dgm:cxn modelId="{1340398B-CAE5-4711-B2C0-8347BE95DBCC}" type="presParOf" srcId="{053F0BD5-8F69-45FC-97C7-153A780E1C56}" destId="{82DED644-C9E5-45E4-8FE4-D85C03290EDE}" srcOrd="2" destOrd="0" presId="urn:microsoft.com/office/officeart/2008/layout/VerticalAccentList"/>
    <dgm:cxn modelId="{23D690BD-87D7-40F0-A97B-CF6A713E0DDA}" type="presParOf" srcId="{053F0BD5-8F69-45FC-97C7-153A780E1C56}" destId="{EF4D9D89-40CC-4D17-B758-3B6838D27D16}" srcOrd="3" destOrd="0" presId="urn:microsoft.com/office/officeart/2008/layout/VerticalAccentList"/>
    <dgm:cxn modelId="{7B4B3E5A-CF0B-402E-853A-F96382876368}" type="presParOf" srcId="{053F0BD5-8F69-45FC-97C7-153A780E1C56}" destId="{5F2BC14E-0B78-4B74-AA82-CB33E21B6908}" srcOrd="4" destOrd="0" presId="urn:microsoft.com/office/officeart/2008/layout/VerticalAccentList"/>
    <dgm:cxn modelId="{6EB33B1C-15C8-4BCC-949E-60A0787E0C43}" type="presParOf" srcId="{053F0BD5-8F69-45FC-97C7-153A780E1C56}" destId="{2A558D08-2EAE-459B-9E2F-C4DAE390394E}" srcOrd="5" destOrd="0" presId="urn:microsoft.com/office/officeart/2008/layout/VerticalAccentList"/>
    <dgm:cxn modelId="{6F6D1EF1-EF00-4732-B601-CF157A4C5801}" type="presParOf" srcId="{053F0BD5-8F69-45FC-97C7-153A780E1C56}" destId="{8E01A584-DE35-4A09-BE92-95667672260B}" srcOrd="6" destOrd="0" presId="urn:microsoft.com/office/officeart/2008/layout/VerticalAccentList"/>
    <dgm:cxn modelId="{9ADD7443-266F-4181-95C9-358F9300A836}" type="presParOf" srcId="{E6EB68BE-D8E5-4E9A-A479-CF84EB0F12BF}" destId="{B06061A3-B86A-40A0-BBB9-A6B02670C211}" srcOrd="2" destOrd="0" presId="urn:microsoft.com/office/officeart/2008/layout/VerticalAccentList"/>
    <dgm:cxn modelId="{8EEF621E-0B77-4235-BA39-EA243A735A79}" type="presParOf" srcId="{E6EB68BE-D8E5-4E9A-A479-CF84EB0F12BF}" destId="{B757B394-F4D9-4A92-9C02-CC46CEA81FD4}" srcOrd="3" destOrd="0" presId="urn:microsoft.com/office/officeart/2008/layout/VerticalAccentList"/>
    <dgm:cxn modelId="{85115A9F-1656-4E70-B4E9-512E078770EC}" type="presParOf" srcId="{B757B394-F4D9-4A92-9C02-CC46CEA81FD4}" destId="{0E019504-5C01-4568-96D0-20AEBDC35327}" srcOrd="0" destOrd="0" presId="urn:microsoft.com/office/officeart/2008/layout/VerticalAccentList"/>
    <dgm:cxn modelId="{2391F535-1F60-4589-A513-B17123BCB661}" type="presParOf" srcId="{E6EB68BE-D8E5-4E9A-A479-CF84EB0F12BF}" destId="{4470A51B-C4F4-4AF1-AA7B-82FD83BA3748}" srcOrd="4" destOrd="0" presId="urn:microsoft.com/office/officeart/2008/layout/VerticalAccentList"/>
    <dgm:cxn modelId="{8CF96ADF-1607-4856-97DD-91272FF1E1B4}" type="presParOf" srcId="{4470A51B-C4F4-4AF1-AA7B-82FD83BA3748}" destId="{76A735CD-A420-4425-AC7B-0903CAC696BB}" srcOrd="0" destOrd="0" presId="urn:microsoft.com/office/officeart/2008/layout/VerticalAccentList"/>
    <dgm:cxn modelId="{EEF0E4E1-CEF1-43FD-9063-BD190B9772F7}" type="presParOf" srcId="{4470A51B-C4F4-4AF1-AA7B-82FD83BA3748}" destId="{E0F0E176-1BA0-445E-BFCA-6748992F5A30}" srcOrd="1" destOrd="0" presId="urn:microsoft.com/office/officeart/2008/layout/VerticalAccentList"/>
    <dgm:cxn modelId="{54E054B2-AD75-4052-8B24-F6C8DF8BFE5C}" type="presParOf" srcId="{4470A51B-C4F4-4AF1-AA7B-82FD83BA3748}" destId="{4F51D0F1-F0A3-41BF-BF79-8A7D69488554}" srcOrd="2" destOrd="0" presId="urn:microsoft.com/office/officeart/2008/layout/VerticalAccentList"/>
    <dgm:cxn modelId="{0D22F5BF-F793-4A75-9903-7672A6C2BD17}" type="presParOf" srcId="{4470A51B-C4F4-4AF1-AA7B-82FD83BA3748}" destId="{978B010B-35F9-42D3-BD02-B181E0710F53}" srcOrd="3" destOrd="0" presId="urn:microsoft.com/office/officeart/2008/layout/VerticalAccentList"/>
    <dgm:cxn modelId="{C4E57D6E-D3C4-4A90-B5B6-9A260D6B2981}" type="presParOf" srcId="{4470A51B-C4F4-4AF1-AA7B-82FD83BA3748}" destId="{F7E11C13-BA10-4206-A3F8-C3660944C4CD}" srcOrd="4" destOrd="0" presId="urn:microsoft.com/office/officeart/2008/layout/VerticalAccentList"/>
    <dgm:cxn modelId="{6E54BF53-B0F5-4FB4-92A4-D406B8560CC9}" type="presParOf" srcId="{4470A51B-C4F4-4AF1-AA7B-82FD83BA3748}" destId="{856F9F27-92C5-43DB-85FD-952BADE19BC0}" srcOrd="5" destOrd="0" presId="urn:microsoft.com/office/officeart/2008/layout/VerticalAccentList"/>
    <dgm:cxn modelId="{A44295FE-D990-4C62-8D9E-063E390AE7DE}" type="presParOf" srcId="{4470A51B-C4F4-4AF1-AA7B-82FD83BA3748}" destId="{1D7EA00C-F769-4442-B64D-C3C8C856E2AD}" srcOrd="6" destOrd="0" presId="urn:microsoft.com/office/officeart/2008/layout/VerticalAccentList"/>
    <dgm:cxn modelId="{7165C18D-C788-4C98-94E0-23C9770CC9C8}" type="presParOf" srcId="{E6EB68BE-D8E5-4E9A-A479-CF84EB0F12BF}" destId="{E4BE09E9-EBE9-42E3-88FA-DE189690FB09}" srcOrd="5" destOrd="0" presId="urn:microsoft.com/office/officeart/2008/layout/VerticalAccentList"/>
    <dgm:cxn modelId="{D73ECD45-D808-4483-B07D-4C77A7030020}" type="presParOf" srcId="{E6EB68BE-D8E5-4E9A-A479-CF84EB0F12BF}" destId="{C7E05BB6-023E-4015-93E5-E323C9DB9FCE}" srcOrd="6" destOrd="0" presId="urn:microsoft.com/office/officeart/2008/layout/VerticalAccentList"/>
    <dgm:cxn modelId="{4C0EA302-2799-4D21-9E0E-6A9381DF68D9}" type="presParOf" srcId="{C7E05BB6-023E-4015-93E5-E323C9DB9FCE}" destId="{D37150ED-DBAE-4C71-A162-B86C36A76069}" srcOrd="0" destOrd="0" presId="urn:microsoft.com/office/officeart/2008/layout/VerticalAccentList"/>
    <dgm:cxn modelId="{D06C5D39-B0B2-4861-953C-37E10650A090}" type="presParOf" srcId="{E6EB68BE-D8E5-4E9A-A479-CF84EB0F12BF}" destId="{52B241A0-519A-47AF-B0DF-2AD56A3495FA}" srcOrd="7" destOrd="0" presId="urn:microsoft.com/office/officeart/2008/layout/VerticalAccentList"/>
    <dgm:cxn modelId="{28CF5B64-7C31-47B8-8504-81297A6974D0}" type="presParOf" srcId="{52B241A0-519A-47AF-B0DF-2AD56A3495FA}" destId="{AB8ABEB8-4665-4E90-8C0C-6E73E4C18A66}" srcOrd="0" destOrd="0" presId="urn:microsoft.com/office/officeart/2008/layout/VerticalAccentList"/>
    <dgm:cxn modelId="{7AECF1D5-D9AF-40BA-8E8D-A5837723BB79}" type="presParOf" srcId="{52B241A0-519A-47AF-B0DF-2AD56A3495FA}" destId="{5F1EE367-05DB-4DE3-AA2A-FF30C777A2C1}" srcOrd="1" destOrd="0" presId="urn:microsoft.com/office/officeart/2008/layout/VerticalAccentList"/>
    <dgm:cxn modelId="{CB79AD32-1979-4E4F-9FEA-5E5D5AEF92CD}" type="presParOf" srcId="{52B241A0-519A-47AF-B0DF-2AD56A3495FA}" destId="{12A60662-0034-43E5-8DF7-EB29EDD5AF37}" srcOrd="2" destOrd="0" presId="urn:microsoft.com/office/officeart/2008/layout/VerticalAccentList"/>
    <dgm:cxn modelId="{667FA0B2-7430-45B6-8425-D37ADDCB57F1}" type="presParOf" srcId="{52B241A0-519A-47AF-B0DF-2AD56A3495FA}" destId="{286BAFDD-DBEE-47A5-96D4-088AF31E725C}" srcOrd="3" destOrd="0" presId="urn:microsoft.com/office/officeart/2008/layout/VerticalAccentList"/>
    <dgm:cxn modelId="{075FF21A-EBB3-455E-B825-56356FF6FB8A}" type="presParOf" srcId="{52B241A0-519A-47AF-B0DF-2AD56A3495FA}" destId="{3C8CA315-890B-434B-84C0-0939C939A609}" srcOrd="4" destOrd="0" presId="urn:microsoft.com/office/officeart/2008/layout/VerticalAccentList"/>
    <dgm:cxn modelId="{8CC8583C-382F-4BAC-9BCB-F4A5D1A4654E}" type="presParOf" srcId="{52B241A0-519A-47AF-B0DF-2AD56A3495FA}" destId="{2231A3EF-D334-4F45-97D5-C3CC103C2504}" srcOrd="5" destOrd="0" presId="urn:microsoft.com/office/officeart/2008/layout/VerticalAccentList"/>
    <dgm:cxn modelId="{4AF3CDBF-E3DE-48B1-9612-D6A5136ABD57}" type="presParOf" srcId="{52B241A0-519A-47AF-B0DF-2AD56A3495FA}" destId="{24C5600A-2BB6-4DB1-BC46-2D8E2842DCAC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1E33CC-76B8-400F-9A2F-EED8DEF031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BF2DF540-6DA6-49B4-BC1E-50E7AB907519}">
      <dgm:prSet/>
      <dgm:spPr/>
      <dgm:t>
        <a:bodyPr/>
        <a:lstStyle/>
        <a:p>
          <a:r>
            <a:rPr lang="ru-RU" b="1" i="0"/>
            <a:t>Делаем сеть "невидимой" для сканеров</a:t>
          </a:r>
          <a:endParaRPr lang="ru-RU"/>
        </a:p>
      </dgm:t>
    </dgm:pt>
    <dgm:pt modelId="{B71E8AB5-D57B-49C4-9295-0C59AC74D056}" type="parTrans" cxnId="{E20697A2-B31C-4022-AA50-1A3FE826A65C}">
      <dgm:prSet/>
      <dgm:spPr/>
      <dgm:t>
        <a:bodyPr/>
        <a:lstStyle/>
        <a:p>
          <a:endParaRPr lang="ru-RU"/>
        </a:p>
      </dgm:t>
    </dgm:pt>
    <dgm:pt modelId="{1A9A95D4-F139-42FC-81B5-7382F93540FA}" type="sibTrans" cxnId="{E20697A2-B31C-4022-AA50-1A3FE826A65C}">
      <dgm:prSet/>
      <dgm:spPr/>
      <dgm:t>
        <a:bodyPr/>
        <a:lstStyle/>
        <a:p>
          <a:endParaRPr lang="ru-RU"/>
        </a:p>
      </dgm:t>
    </dgm:pt>
    <dgm:pt modelId="{0E271DB7-88B5-4054-9135-92DBA3C99A8D}">
      <dgm:prSet/>
      <dgm:spPr/>
      <dgm:t>
        <a:bodyPr/>
        <a:lstStyle/>
        <a:p>
          <a:r>
            <a:rPr lang="ru-RU" b="1"/>
            <a:t>Обман сканера</a:t>
          </a:r>
          <a:endParaRPr lang="ru-RU"/>
        </a:p>
      </dgm:t>
    </dgm:pt>
    <dgm:pt modelId="{6E731A9E-CCBB-4669-9847-38B7ACF6B702}" type="parTrans" cxnId="{9815AD88-F0EB-4869-B82B-3B95627D49A8}">
      <dgm:prSet/>
      <dgm:spPr/>
      <dgm:t>
        <a:bodyPr/>
        <a:lstStyle/>
        <a:p>
          <a:endParaRPr lang="ru-RU"/>
        </a:p>
      </dgm:t>
    </dgm:pt>
    <dgm:pt modelId="{84D1680B-35DA-4D9D-A95F-3AA01DD701E4}" type="sibTrans" cxnId="{9815AD88-F0EB-4869-B82B-3B95627D49A8}">
      <dgm:prSet/>
      <dgm:spPr/>
      <dgm:t>
        <a:bodyPr/>
        <a:lstStyle/>
        <a:p>
          <a:endParaRPr lang="ru-RU"/>
        </a:p>
      </dgm:t>
    </dgm:pt>
    <dgm:pt modelId="{8A40CC00-41F1-4CAE-A49E-22112AB5C905}">
      <dgm:prSet/>
      <dgm:spPr/>
      <dgm:t>
        <a:bodyPr/>
        <a:lstStyle/>
        <a:p>
          <a:r>
            <a:rPr lang="ru-RU" b="1"/>
            <a:t>Блокируем источник сканирования</a:t>
          </a:r>
          <a:endParaRPr lang="ru-RU"/>
        </a:p>
      </dgm:t>
    </dgm:pt>
    <dgm:pt modelId="{21B6985E-191B-474A-B0B1-B85AEBF7C977}" type="parTrans" cxnId="{760A19B1-5E8C-448A-8360-A8BC4E881CA2}">
      <dgm:prSet/>
      <dgm:spPr/>
      <dgm:t>
        <a:bodyPr/>
        <a:lstStyle/>
        <a:p>
          <a:endParaRPr lang="ru-RU"/>
        </a:p>
      </dgm:t>
    </dgm:pt>
    <dgm:pt modelId="{6BCE4F5F-F51F-4EB3-9736-0EDF3681304A}" type="sibTrans" cxnId="{760A19B1-5E8C-448A-8360-A8BC4E881CA2}">
      <dgm:prSet/>
      <dgm:spPr/>
      <dgm:t>
        <a:bodyPr/>
        <a:lstStyle/>
        <a:p>
          <a:endParaRPr lang="ru-RU"/>
        </a:p>
      </dgm:t>
    </dgm:pt>
    <dgm:pt modelId="{7EFA3A03-51DF-4A3F-B6F8-E471BD85E937}" type="pres">
      <dgm:prSet presAssocID="{CC1E33CC-76B8-400F-9A2F-EED8DEF03168}" presName="linear" presStyleCnt="0">
        <dgm:presLayoutVars>
          <dgm:animLvl val="lvl"/>
          <dgm:resizeHandles val="exact"/>
        </dgm:presLayoutVars>
      </dgm:prSet>
      <dgm:spPr/>
    </dgm:pt>
    <dgm:pt modelId="{245B0B44-0524-4512-B578-175F1B7551A5}" type="pres">
      <dgm:prSet presAssocID="{BF2DF540-6DA6-49B4-BC1E-50E7AB90751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4936E6E-F723-449D-8E63-232910FDE1F2}" type="pres">
      <dgm:prSet presAssocID="{1A9A95D4-F139-42FC-81B5-7382F93540FA}" presName="spacer" presStyleCnt="0"/>
      <dgm:spPr/>
    </dgm:pt>
    <dgm:pt modelId="{7E32ACE9-A519-4FEB-8A53-100FFFB88681}" type="pres">
      <dgm:prSet presAssocID="{0E271DB7-88B5-4054-9135-92DBA3C99A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BB4CEAA-25F1-4283-95FC-4D15421FC8A3}" type="pres">
      <dgm:prSet presAssocID="{84D1680B-35DA-4D9D-A95F-3AA01DD701E4}" presName="spacer" presStyleCnt="0"/>
      <dgm:spPr/>
    </dgm:pt>
    <dgm:pt modelId="{B8E61BB0-4F76-46AE-BCC5-19C6454F162A}" type="pres">
      <dgm:prSet presAssocID="{8A40CC00-41F1-4CAE-A49E-22112AB5C90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3A51F24-8423-448D-9D52-68BF2DDB719A}" type="presOf" srcId="{CC1E33CC-76B8-400F-9A2F-EED8DEF03168}" destId="{7EFA3A03-51DF-4A3F-B6F8-E471BD85E937}" srcOrd="0" destOrd="0" presId="urn:microsoft.com/office/officeart/2005/8/layout/vList2"/>
    <dgm:cxn modelId="{BF5A413A-4035-44F7-86CB-55A34B08209F}" type="presOf" srcId="{0E271DB7-88B5-4054-9135-92DBA3C99A8D}" destId="{7E32ACE9-A519-4FEB-8A53-100FFFB88681}" srcOrd="0" destOrd="0" presId="urn:microsoft.com/office/officeart/2005/8/layout/vList2"/>
    <dgm:cxn modelId="{0479CA4F-B235-496C-9D30-BDE8EBC270AB}" type="presOf" srcId="{8A40CC00-41F1-4CAE-A49E-22112AB5C905}" destId="{B8E61BB0-4F76-46AE-BCC5-19C6454F162A}" srcOrd="0" destOrd="0" presId="urn:microsoft.com/office/officeart/2005/8/layout/vList2"/>
    <dgm:cxn modelId="{9815AD88-F0EB-4869-B82B-3B95627D49A8}" srcId="{CC1E33CC-76B8-400F-9A2F-EED8DEF03168}" destId="{0E271DB7-88B5-4054-9135-92DBA3C99A8D}" srcOrd="1" destOrd="0" parTransId="{6E731A9E-CCBB-4669-9847-38B7ACF6B702}" sibTransId="{84D1680B-35DA-4D9D-A95F-3AA01DD701E4}"/>
    <dgm:cxn modelId="{3F8F749B-712E-437A-BB55-9605C4E5501C}" type="presOf" srcId="{BF2DF540-6DA6-49B4-BC1E-50E7AB907519}" destId="{245B0B44-0524-4512-B578-175F1B7551A5}" srcOrd="0" destOrd="0" presId="urn:microsoft.com/office/officeart/2005/8/layout/vList2"/>
    <dgm:cxn modelId="{E20697A2-B31C-4022-AA50-1A3FE826A65C}" srcId="{CC1E33CC-76B8-400F-9A2F-EED8DEF03168}" destId="{BF2DF540-6DA6-49B4-BC1E-50E7AB907519}" srcOrd="0" destOrd="0" parTransId="{B71E8AB5-D57B-49C4-9295-0C59AC74D056}" sibTransId="{1A9A95D4-F139-42FC-81B5-7382F93540FA}"/>
    <dgm:cxn modelId="{760A19B1-5E8C-448A-8360-A8BC4E881CA2}" srcId="{CC1E33CC-76B8-400F-9A2F-EED8DEF03168}" destId="{8A40CC00-41F1-4CAE-A49E-22112AB5C905}" srcOrd="2" destOrd="0" parTransId="{21B6985E-191B-474A-B0B1-B85AEBF7C977}" sibTransId="{6BCE4F5F-F51F-4EB3-9736-0EDF3681304A}"/>
    <dgm:cxn modelId="{67C6FA62-460E-40D1-B667-92DE3EA72BE4}" type="presParOf" srcId="{7EFA3A03-51DF-4A3F-B6F8-E471BD85E937}" destId="{245B0B44-0524-4512-B578-175F1B7551A5}" srcOrd="0" destOrd="0" presId="urn:microsoft.com/office/officeart/2005/8/layout/vList2"/>
    <dgm:cxn modelId="{5BC70798-FA3C-4E3C-A8CA-5F0455A059A8}" type="presParOf" srcId="{7EFA3A03-51DF-4A3F-B6F8-E471BD85E937}" destId="{A4936E6E-F723-449D-8E63-232910FDE1F2}" srcOrd="1" destOrd="0" presId="urn:microsoft.com/office/officeart/2005/8/layout/vList2"/>
    <dgm:cxn modelId="{00D98E02-5BE4-4CA4-9B48-BBA0F6692896}" type="presParOf" srcId="{7EFA3A03-51DF-4A3F-B6F8-E471BD85E937}" destId="{7E32ACE9-A519-4FEB-8A53-100FFFB88681}" srcOrd="2" destOrd="0" presId="urn:microsoft.com/office/officeart/2005/8/layout/vList2"/>
    <dgm:cxn modelId="{46257D27-15C6-4B11-B053-B26C5929D1EF}" type="presParOf" srcId="{7EFA3A03-51DF-4A3F-B6F8-E471BD85E937}" destId="{BBB4CEAA-25F1-4283-95FC-4D15421FC8A3}" srcOrd="3" destOrd="0" presId="urn:microsoft.com/office/officeart/2005/8/layout/vList2"/>
    <dgm:cxn modelId="{5AC91F36-4A66-463C-9D11-C5090F74BF0A}" type="presParOf" srcId="{7EFA3A03-51DF-4A3F-B6F8-E471BD85E937}" destId="{B8E61BB0-4F76-46AE-BCC5-19C6454F162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2548C-3000-46A8-9A31-D8854A8D0F32}">
      <dsp:nvSpPr>
        <dsp:cNvPr id="0" name=""/>
        <dsp:cNvSpPr/>
      </dsp:nvSpPr>
      <dsp:spPr>
        <a:xfrm>
          <a:off x="464945" y="359"/>
          <a:ext cx="5650672" cy="513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Создается объект IPScanner с параметрами</a:t>
          </a:r>
          <a:endParaRPr lang="ru-RU" sz="1500" kern="1200"/>
        </a:p>
      </dsp:txBody>
      <dsp:txXfrm>
        <a:off x="464945" y="359"/>
        <a:ext cx="5650672" cy="513697"/>
      </dsp:txXfrm>
    </dsp:sp>
    <dsp:sp modelId="{9610339D-0C0E-4366-A07C-E5B7B318F402}">
      <dsp:nvSpPr>
        <dsp:cNvPr id="0" name=""/>
        <dsp:cNvSpPr/>
      </dsp:nvSpPr>
      <dsp:spPr>
        <a:xfrm>
          <a:off x="464945" y="51405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54093-7FD0-40B7-9B8E-1A2CC01AFC8E}">
      <dsp:nvSpPr>
        <dsp:cNvPr id="0" name=""/>
        <dsp:cNvSpPr/>
      </dsp:nvSpPr>
      <dsp:spPr>
        <a:xfrm>
          <a:off x="1262317" y="51405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DED644-C9E5-45E4-8FE4-D85C03290EDE}">
      <dsp:nvSpPr>
        <dsp:cNvPr id="0" name=""/>
        <dsp:cNvSpPr/>
      </dsp:nvSpPr>
      <dsp:spPr>
        <a:xfrm>
          <a:off x="2059690" y="51405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D9D89-40CC-4D17-B758-3B6838D27D16}">
      <dsp:nvSpPr>
        <dsp:cNvPr id="0" name=""/>
        <dsp:cNvSpPr/>
      </dsp:nvSpPr>
      <dsp:spPr>
        <a:xfrm>
          <a:off x="2857063" y="51405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BC14E-0B78-4B74-AA82-CB33E21B6908}">
      <dsp:nvSpPr>
        <dsp:cNvPr id="0" name=""/>
        <dsp:cNvSpPr/>
      </dsp:nvSpPr>
      <dsp:spPr>
        <a:xfrm>
          <a:off x="3654435" y="51405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58D08-2EAE-459B-9E2F-C4DAE390394E}">
      <dsp:nvSpPr>
        <dsp:cNvPr id="0" name=""/>
        <dsp:cNvSpPr/>
      </dsp:nvSpPr>
      <dsp:spPr>
        <a:xfrm>
          <a:off x="4451808" y="51405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1A584-DE35-4A09-BE92-95667672260B}">
      <dsp:nvSpPr>
        <dsp:cNvPr id="0" name=""/>
        <dsp:cNvSpPr/>
      </dsp:nvSpPr>
      <dsp:spPr>
        <a:xfrm>
          <a:off x="5249181" y="51405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019504-5C01-4568-96D0-20AEBDC35327}">
      <dsp:nvSpPr>
        <dsp:cNvPr id="0" name=""/>
        <dsp:cNvSpPr/>
      </dsp:nvSpPr>
      <dsp:spPr>
        <a:xfrm>
          <a:off x="464945" y="677689"/>
          <a:ext cx="5650672" cy="513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Проверяется корректность сетевого адреса через validate_network()</a:t>
          </a:r>
          <a:endParaRPr lang="ru-RU" sz="1500" kern="1200"/>
        </a:p>
      </dsp:txBody>
      <dsp:txXfrm>
        <a:off x="464945" y="677689"/>
        <a:ext cx="5650672" cy="513697"/>
      </dsp:txXfrm>
    </dsp:sp>
    <dsp:sp modelId="{76A735CD-A420-4425-AC7B-0903CAC696BB}">
      <dsp:nvSpPr>
        <dsp:cNvPr id="0" name=""/>
        <dsp:cNvSpPr/>
      </dsp:nvSpPr>
      <dsp:spPr>
        <a:xfrm>
          <a:off x="464945" y="119138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0E176-1BA0-445E-BFCA-6748992F5A30}">
      <dsp:nvSpPr>
        <dsp:cNvPr id="0" name=""/>
        <dsp:cNvSpPr/>
      </dsp:nvSpPr>
      <dsp:spPr>
        <a:xfrm>
          <a:off x="1262317" y="119138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1D0F1-F0A3-41BF-BF79-8A7D69488554}">
      <dsp:nvSpPr>
        <dsp:cNvPr id="0" name=""/>
        <dsp:cNvSpPr/>
      </dsp:nvSpPr>
      <dsp:spPr>
        <a:xfrm>
          <a:off x="2059690" y="119138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8B010B-35F9-42D3-BD02-B181E0710F53}">
      <dsp:nvSpPr>
        <dsp:cNvPr id="0" name=""/>
        <dsp:cNvSpPr/>
      </dsp:nvSpPr>
      <dsp:spPr>
        <a:xfrm>
          <a:off x="2857063" y="119138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11C13-BA10-4206-A3F8-C3660944C4CD}">
      <dsp:nvSpPr>
        <dsp:cNvPr id="0" name=""/>
        <dsp:cNvSpPr/>
      </dsp:nvSpPr>
      <dsp:spPr>
        <a:xfrm>
          <a:off x="3654435" y="119138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F9F27-92C5-43DB-85FD-952BADE19BC0}">
      <dsp:nvSpPr>
        <dsp:cNvPr id="0" name=""/>
        <dsp:cNvSpPr/>
      </dsp:nvSpPr>
      <dsp:spPr>
        <a:xfrm>
          <a:off x="4451808" y="119138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EA00C-F769-4442-B64D-C3C8C856E2AD}">
      <dsp:nvSpPr>
        <dsp:cNvPr id="0" name=""/>
        <dsp:cNvSpPr/>
      </dsp:nvSpPr>
      <dsp:spPr>
        <a:xfrm>
          <a:off x="5249181" y="1191387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150ED-DBAE-4C71-A162-B86C36A76069}">
      <dsp:nvSpPr>
        <dsp:cNvPr id="0" name=""/>
        <dsp:cNvSpPr/>
      </dsp:nvSpPr>
      <dsp:spPr>
        <a:xfrm>
          <a:off x="464945" y="1355019"/>
          <a:ext cx="5650672" cy="513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Создаются структуры данных для хранения результатов</a:t>
          </a:r>
          <a:endParaRPr lang="ru-RU" sz="1500" kern="1200"/>
        </a:p>
      </dsp:txBody>
      <dsp:txXfrm>
        <a:off x="464945" y="1355019"/>
        <a:ext cx="5650672" cy="513697"/>
      </dsp:txXfrm>
    </dsp:sp>
    <dsp:sp modelId="{AB8ABEB8-4665-4E90-8C0C-6E73E4C18A66}">
      <dsp:nvSpPr>
        <dsp:cNvPr id="0" name=""/>
        <dsp:cNvSpPr/>
      </dsp:nvSpPr>
      <dsp:spPr>
        <a:xfrm>
          <a:off x="464945" y="1868716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EE367-05DB-4DE3-AA2A-FF30C777A2C1}">
      <dsp:nvSpPr>
        <dsp:cNvPr id="0" name=""/>
        <dsp:cNvSpPr/>
      </dsp:nvSpPr>
      <dsp:spPr>
        <a:xfrm>
          <a:off x="1262317" y="1868716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60662-0034-43E5-8DF7-EB29EDD5AF37}">
      <dsp:nvSpPr>
        <dsp:cNvPr id="0" name=""/>
        <dsp:cNvSpPr/>
      </dsp:nvSpPr>
      <dsp:spPr>
        <a:xfrm>
          <a:off x="2059690" y="1868716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BAFDD-DBEE-47A5-96D4-088AF31E725C}">
      <dsp:nvSpPr>
        <dsp:cNvPr id="0" name=""/>
        <dsp:cNvSpPr/>
      </dsp:nvSpPr>
      <dsp:spPr>
        <a:xfrm>
          <a:off x="2857063" y="1868716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CA315-890B-434B-84C0-0939C939A609}">
      <dsp:nvSpPr>
        <dsp:cNvPr id="0" name=""/>
        <dsp:cNvSpPr/>
      </dsp:nvSpPr>
      <dsp:spPr>
        <a:xfrm>
          <a:off x="3654435" y="1868716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1A3EF-D334-4F45-97D5-C3CC103C2504}">
      <dsp:nvSpPr>
        <dsp:cNvPr id="0" name=""/>
        <dsp:cNvSpPr/>
      </dsp:nvSpPr>
      <dsp:spPr>
        <a:xfrm>
          <a:off x="4451808" y="1868716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5600A-2BB6-4DB1-BC46-2D8E2842DCAC}">
      <dsp:nvSpPr>
        <dsp:cNvPr id="0" name=""/>
        <dsp:cNvSpPr/>
      </dsp:nvSpPr>
      <dsp:spPr>
        <a:xfrm>
          <a:off x="5249181" y="1868716"/>
          <a:ext cx="753423" cy="12557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B0B44-0524-4512-B578-175F1B7551A5}">
      <dsp:nvSpPr>
        <dsp:cNvPr id="0" name=""/>
        <dsp:cNvSpPr/>
      </dsp:nvSpPr>
      <dsp:spPr>
        <a:xfrm>
          <a:off x="0" y="334949"/>
          <a:ext cx="4222376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i="0" kern="1200"/>
            <a:t>Делаем сеть "невидимой" для сканеров</a:t>
          </a:r>
          <a:endParaRPr lang="ru-RU" sz="1700" kern="1200"/>
        </a:p>
      </dsp:txBody>
      <dsp:txXfrm>
        <a:off x="19904" y="354853"/>
        <a:ext cx="4182568" cy="367937"/>
      </dsp:txXfrm>
    </dsp:sp>
    <dsp:sp modelId="{7E32ACE9-A519-4FEB-8A53-100FFFB88681}">
      <dsp:nvSpPr>
        <dsp:cNvPr id="0" name=""/>
        <dsp:cNvSpPr/>
      </dsp:nvSpPr>
      <dsp:spPr>
        <a:xfrm>
          <a:off x="0" y="791654"/>
          <a:ext cx="4222376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/>
            <a:t>Обман сканера</a:t>
          </a:r>
          <a:endParaRPr lang="ru-RU" sz="1700" kern="1200"/>
        </a:p>
      </dsp:txBody>
      <dsp:txXfrm>
        <a:off x="19904" y="811558"/>
        <a:ext cx="4182568" cy="367937"/>
      </dsp:txXfrm>
    </dsp:sp>
    <dsp:sp modelId="{B8E61BB0-4F76-46AE-BCC5-19C6454F162A}">
      <dsp:nvSpPr>
        <dsp:cNvPr id="0" name=""/>
        <dsp:cNvSpPr/>
      </dsp:nvSpPr>
      <dsp:spPr>
        <a:xfrm>
          <a:off x="0" y="1248359"/>
          <a:ext cx="4222376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/>
            <a:t>Блокируем источник сканирования</a:t>
          </a:r>
          <a:endParaRPr lang="ru-RU" sz="1700" kern="1200"/>
        </a:p>
      </dsp:txBody>
      <dsp:txXfrm>
        <a:off x="19904" y="1268263"/>
        <a:ext cx="4182568" cy="367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30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955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67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85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48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68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5165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32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30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94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04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667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049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431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331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386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958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241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ED2BDA-8F23-4A21-8AF2-8DBFD67100FE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42B59FB-7C1D-47CE-8449-3A7E3EEED4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253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  <p:sldLayoutId id="2147484013" r:id="rId12"/>
    <p:sldLayoutId id="2147484014" r:id="rId13"/>
    <p:sldLayoutId id="2147484015" r:id="rId14"/>
    <p:sldLayoutId id="2147484016" r:id="rId15"/>
    <p:sldLayoutId id="2147484017" r:id="rId16"/>
    <p:sldLayoutId id="2147484018" r:id="rId17"/>
    <p:sldLayoutId id="2147484019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E6533-6D37-A0F2-DBAF-6F8713E12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2420471"/>
            <a:ext cx="8689976" cy="1102657"/>
          </a:xfrm>
        </p:spPr>
        <p:txBody>
          <a:bodyPr/>
          <a:lstStyle/>
          <a:p>
            <a:r>
              <a:rPr lang="ru-RU" dirty="0"/>
              <a:t>Сетевой сканер </a:t>
            </a:r>
            <a:r>
              <a:rPr lang="en-US" dirty="0"/>
              <a:t>ip </a:t>
            </a:r>
            <a:r>
              <a:rPr lang="ru-RU" dirty="0"/>
              <a:t>адресов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B02842-1964-97EE-46BB-5254E5F06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435" y="6110783"/>
            <a:ext cx="4703576" cy="569259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chemeClr val="tx1"/>
                </a:solidFill>
              </a:rPr>
              <a:t>Подготовил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ru-RU" sz="1800" dirty="0">
                <a:solidFill>
                  <a:schemeClr val="tx1"/>
                </a:solidFill>
              </a:rPr>
              <a:t>Лыков Арсений 323Са1</a:t>
            </a:r>
          </a:p>
        </p:txBody>
      </p:sp>
    </p:spTree>
    <p:extLst>
      <p:ext uri="{BB962C8B-B14F-4D97-AF65-F5344CB8AC3E}">
        <p14:creationId xmlns:p14="http://schemas.microsoft.com/office/powerpoint/2010/main" val="1580711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766ED-E4D5-3F50-B656-EFD5FC084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78038"/>
            <a:ext cx="11029616" cy="1013800"/>
          </a:xfrm>
        </p:spPr>
        <p:txBody>
          <a:bodyPr/>
          <a:lstStyle/>
          <a:p>
            <a:r>
              <a:rPr lang="ru-RU" dirty="0"/>
              <a:t>Что такое сканер </a:t>
            </a:r>
            <a:r>
              <a:rPr lang="en-US" dirty="0"/>
              <a:t>ip </a:t>
            </a:r>
            <a:r>
              <a:rPr lang="ru-RU" dirty="0"/>
              <a:t>адресов?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F22B758D-DAE4-1252-5BBB-041FAA172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822" y="1787674"/>
            <a:ext cx="8292353" cy="466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74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06566D-8BE2-B447-A3A1-DF051AA0F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90" y="937865"/>
            <a:ext cx="6773220" cy="49822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89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7B7289C-D6C7-8913-487F-B54F9A674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489" y="788894"/>
            <a:ext cx="3471022" cy="478959"/>
          </a:xfr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 fontScale="90000"/>
          </a:bodyPr>
          <a:lstStyle/>
          <a:p>
            <a:r>
              <a:rPr lang="ru-RU" dirty="0"/>
              <a:t>Как он работает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FFE977-85A0-621B-1B99-53089C410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434" y="2312895"/>
            <a:ext cx="4877737" cy="2488416"/>
          </a:xfrm>
          <a:prstGeom prst="rect">
            <a:avLst/>
          </a:prstGeom>
        </p:spPr>
      </p:pic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8319E379-6D5B-A271-2652-79FFB55A4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407400"/>
              </p:ext>
            </p:extLst>
          </p:nvPr>
        </p:nvGraphicFramePr>
        <p:xfrm>
          <a:off x="0" y="2312895"/>
          <a:ext cx="6580563" cy="1994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5606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63DDA35-C8A6-7880-06CC-43A62A08D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194" y="2150640"/>
            <a:ext cx="6026753" cy="356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9B60363B-B612-7D82-6E44-D8A8FB3D7F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5721635"/>
              </p:ext>
            </p:extLst>
          </p:nvPr>
        </p:nvGraphicFramePr>
        <p:xfrm>
          <a:off x="581192" y="3150991"/>
          <a:ext cx="4222376" cy="1991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F9B8169F-BB51-AD91-CCA4-BB4E1465A942}"/>
              </a:ext>
            </a:extLst>
          </p:cNvPr>
          <p:cNvSpPr txBox="1">
            <a:spLocks/>
          </p:cNvSpPr>
          <p:nvPr/>
        </p:nvSpPr>
        <p:spPr>
          <a:xfrm>
            <a:off x="3852162" y="797859"/>
            <a:ext cx="4487676" cy="478959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Защита от сетевых сканеров</a:t>
            </a:r>
          </a:p>
        </p:txBody>
      </p:sp>
    </p:spTree>
    <p:extLst>
      <p:ext uri="{BB962C8B-B14F-4D97-AF65-F5344CB8AC3E}">
        <p14:creationId xmlns:p14="http://schemas.microsoft.com/office/powerpoint/2010/main" val="3720222160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TM04033925[[fn=Капля]]</Template>
  <TotalTime>181</TotalTime>
  <Words>54</Words>
  <Application>Microsoft Office PowerPoint</Application>
  <PresentationFormat>Широкоэкранный</PresentationFormat>
  <Paragraphs>11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Tw Cen MT</vt:lpstr>
      <vt:lpstr>Капля</vt:lpstr>
      <vt:lpstr>Сетевой сканер ip адресов</vt:lpstr>
      <vt:lpstr>Что такое сканер ip адресов?</vt:lpstr>
      <vt:lpstr>Презентация PowerPoint</vt:lpstr>
      <vt:lpstr>Как он работает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Лыков</dc:creator>
  <cp:lastModifiedBy>Алексей Лыков</cp:lastModifiedBy>
  <cp:revision>2</cp:revision>
  <dcterms:created xsi:type="dcterms:W3CDTF">2025-12-25T17:43:31Z</dcterms:created>
  <dcterms:modified xsi:type="dcterms:W3CDTF">2025-12-25T20:44:58Z</dcterms:modified>
</cp:coreProperties>
</file>